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goal of this presentation is to convince non-technical executives that adopting RAG is critical for moving beyond generic AI tools and building a reliable, proprietary AI layer that enhances decision-making and mitigates risk. We are not selling technology; we are selling trust and actionable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must emphasize that general LLMs are powerful but are fundamentally unreliable for mission-critical decisions because they lack grounding in our internal knowledge base. This is a risk, not just a technical flaw.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is fundamentally a two-step process: first, we retrieve the most relevant, verified documents from our internal knowledge base; second, we use the LLM to synthesize an answer based *only* on that retrieved context. This makes the output verifiable and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benefits are not just technical; they are operational. We can reduce the time employees spend searching for information and ensure that every AI-generated recommendation is traceable back to a verified source document. This drives efficiency and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recommend starting with a Proof of Concept (PoC) in a specific department—perhaps HR or Legal—where the data is structured and the need for accuracy is paramount. This allows us to prove ROI quickly before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serves as the final takeaway. We are not just adopting a tool; we are building a strategic, reliable capability that will drive efficiency and reduce risk across the organization. This is our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Why RAG is Essential for Our Enterprise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AI with our proprietary, trusted data sources.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 AI Models Lack Our Specific 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Risk of 'hallucinations' and inaccurate outputs</a:t>
            </a:r>
          </a:p>
          <a:p>
            <a:pPr>
              <a:defRPr sz="2400"/>
            </a:pPr>
            <a:r>
              <a:t>Reliance on outdated or public internet data</a:t>
            </a:r>
          </a:p>
          <a:p>
            <a:pPr>
              <a:defRPr sz="2400"/>
            </a:pPr>
            <a:r>
              <a:t>Inability to cite proprietary company documents</a:t>
            </a:r>
          </a:p>
          <a:p>
            <a:pPr>
              <a:defRPr sz="2400"/>
            </a:pPr>
            <a:r>
              <a:t>Poor performance on niche industry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Grounds AI in Our Trusted Company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Retrieving relevant documents first</a:t>
            </a:r>
          </a:p>
          <a:p>
            <a:pPr>
              <a:defRPr sz="2400"/>
            </a:pPr>
            <a:r>
              <a:t>Passing context to the AI model</a:t>
            </a:r>
          </a:p>
          <a:p>
            <a:pPr>
              <a:defRPr sz="2400"/>
            </a:pPr>
            <a:r>
              <a:t>Generating accurate, cited answers</a:t>
            </a:r>
          </a:p>
          <a:p>
            <a:pPr>
              <a:defRPr sz="2400"/>
            </a:pPr>
            <a:r>
              <a:t>A process, not just a single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 Reliable, Actionable Insights Across the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Reduce operational risk from inaccurate AI outputs</a:t>
            </a:r>
          </a:p>
          <a:p>
            <a:pPr>
              <a:defRPr sz="2400"/>
            </a:pPr>
            <a:r>
              <a:t>Accelerate employee access to proprietary knowledge</a:t>
            </a:r>
          </a:p>
          <a:p>
            <a:pPr>
              <a:defRPr sz="2400"/>
            </a:pPr>
            <a:r>
              <a:t>Improve decision-making with cited evidence</a:t>
            </a:r>
          </a:p>
          <a:p>
            <a:pPr>
              <a:defRPr sz="2400"/>
            </a:pPr>
            <a:r>
              <a:t>Unlock value from siloed corporate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Small: Phased Implementation and Proof of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Identify a high-value, low-risk use case (e.g., HR policies)</a:t>
            </a:r>
          </a:p>
          <a:p>
            <a:pPr>
              <a:defRPr sz="2400"/>
            </a:pPr>
            <a:r>
              <a:t>Pilot RAG with a small, dedicated user group</a:t>
            </a:r>
          </a:p>
          <a:p>
            <a:pPr>
              <a:defRPr sz="2400"/>
            </a:pPr>
            <a:r>
              <a:t>Measure impact: time saved, accuracy improvement</a:t>
            </a:r>
          </a:p>
          <a:p>
            <a:pPr>
              <a:defRPr sz="2400"/>
            </a:pPr>
            <a:r>
              <a:t>Establish governance and data pipelines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Building Our Trusted AI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RAG mitigates risk by grounding AI in proprietary data</a:t>
            </a:r>
          </a:p>
          <a:p>
            <a:pPr>
              <a:defRPr sz="2400"/>
            </a:pPr>
            <a:r>
              <a:t>Provides reliable, verifiable insights for decision-makers</a:t>
            </a:r>
          </a:p>
          <a:p>
            <a:pPr>
              <a:defRPr sz="2400"/>
            </a:pPr>
            <a:r>
              <a:t>Start with a targeted PoC to prove immediate ROI</a:t>
            </a:r>
          </a:p>
          <a:p>
            <a:pPr>
              <a:defRPr sz="2400"/>
            </a:pPr>
            <a:r>
              <a:t>Commit to building a foundational, trustworthy AI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