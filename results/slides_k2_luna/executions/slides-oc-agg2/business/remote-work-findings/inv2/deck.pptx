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we'll walk through the findings from our 2026 remote work survey. The goal is not just to report data, but to provide actionable insights that will help HR leadership design a work model that maximizes retention, productivity, and overall employee wellbeing. We have about 6 slides to cover the key areas.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clearly shows that flexibility is no longer a perk; it's a core expectation. The desire to keep the current schedule is very high, and the threat of losing remote options is a significant retention risk we must address immediately. This underscores the need to formalize hybrid work as the default.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productivity numbers are strong, and perhaps more importantly, the reduction in burnout scores is a massive win for our culture. This suggests that when employees feel trusted and given autonomy over where they work, they perform better and feel healthier. We need to continue supporting this trend.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flexibility is great, the data highlights two critical friction points: meeting overload and onboarding. We are spending too much time in unnecessary meetings, and our new hires are struggling to feel connected and integrated when the process is done remotely. We must be intentional about how we structure collaboration.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between remote and in-person onboarding is too large to ignore. We need to treat the first month like a dedicated program, regardless of location. This isn't just about paperwork; it's about building connections and ensuring the employee feels fully supported from day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Remote Work Survey 2026: Key Findings</a:t>
            </a:r>
          </a:p>
        </p:txBody>
      </p:sp>
      <p:sp>
        <p:nvSpPr>
          <p:cNvPr id="3" name="Content Placeholder 2"/>
          <p:cNvSpPr>
            <a:spLocks noGrp="1"/>
          </p:cNvSpPr>
          <p:nvPr>
            <p:ph idx="1"/>
          </p:nvPr>
        </p:nvSpPr>
        <p:spPr/>
        <p:txBody>
          <a:bodyPr/>
          <a:lstStyle/>
          <a:p>
            <a:pPr>
              <a:defRPr sz="2400"/>
            </a:pPr>
            <a:r>
              <a:t>Analyzing employee needs to build a sustainable hybrid 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Hybrid schedules are critical for retaining top talent.</a:t>
            </a:r>
          </a:p>
        </p:txBody>
      </p:sp>
      <p:sp>
        <p:nvSpPr>
          <p:cNvPr id="3" name="Content Placeholder 2"/>
          <p:cNvSpPr>
            <a:spLocks noGrp="1"/>
          </p:cNvSpPr>
          <p:nvPr>
            <p:ph idx="1"/>
          </p:nvPr>
        </p:nvSpPr>
        <p:spPr/>
        <p:txBody>
          <a:bodyPr/>
          <a:lstStyle/>
          <a:p>
            <a:pPr>
              <a:defRPr sz="2400"/>
            </a:pPr>
            <a:r>
              <a:t>Hybrid model is the clear preference (47% of staff).</a:t>
            </a:r>
          </a:p>
          <a:p>
            <a:pPr>
              <a:defRPr sz="2400"/>
            </a:pPr>
            <a:r>
              <a:t>Commute time is the primary driver for remote preference (54%).</a:t>
            </a:r>
          </a:p>
          <a:p>
            <a:pPr>
              <a:defRPr sz="2400"/>
            </a:pPr>
            <a:r>
              <a:t>29% would likely leave if remote options were removed.</a:t>
            </a:r>
          </a:p>
          <a:p>
            <a:pPr>
              <a:defRPr sz="2400"/>
            </a:pPr>
            <a:r>
              <a:t>Most employees want to maintain current flexible schedules.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Flexible work boosts productivity and improves wellbeing.</a:t>
            </a:r>
          </a:p>
        </p:txBody>
      </p:sp>
      <p:sp>
        <p:nvSpPr>
          <p:cNvPr id="3" name="Content Placeholder 2"/>
          <p:cNvSpPr>
            <a:spLocks noGrp="1"/>
          </p:cNvSpPr>
          <p:nvPr>
            <p:ph idx="1"/>
          </p:nvPr>
        </p:nvSpPr>
        <p:spPr/>
        <p:txBody>
          <a:bodyPr/>
          <a:lstStyle/>
          <a:p>
            <a:pPr>
              <a:defRPr sz="2400"/>
            </a:pPr>
            <a:r>
              <a:t>58% report higher productivity when working remotely.</a:t>
            </a:r>
          </a:p>
          <a:p>
            <a:pPr>
              <a:defRPr sz="2400"/>
            </a:pPr>
            <a:r>
              <a:t>Burnout scores significantly dropped year-over-year (3.4 to 2.9).</a:t>
            </a:r>
          </a:p>
          <a:p>
            <a:pPr>
              <a:defRPr sz="2400"/>
            </a:pPr>
            <a:r>
              <a:t>Remote work helps employees manage work-life balance.</a:t>
            </a:r>
          </a:p>
          <a:p>
            <a:pPr>
              <a:defRPr sz="2400"/>
            </a:pPr>
            <a:r>
              <a:t>Leadership must acknowledge the benefits of autonomy.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Collaboration needs structure to thrive in hybrid settings.</a:t>
            </a:r>
          </a:p>
        </p:txBody>
      </p:sp>
      <p:sp>
        <p:nvSpPr>
          <p:cNvPr id="3" name="Content Placeholder 2"/>
          <p:cNvSpPr>
            <a:spLocks noGrp="1"/>
          </p:cNvSpPr>
          <p:nvPr>
            <p:ph idx="1"/>
          </p:nvPr>
        </p:nvSpPr>
        <p:spPr/>
        <p:txBody>
          <a:bodyPr/>
          <a:lstStyle/>
          <a:p>
            <a:pPr>
              <a:defRPr sz="2400"/>
            </a:pPr>
            <a:r>
              <a:t>Meetings increased, but 67% find them unnecessary.</a:t>
            </a:r>
          </a:p>
          <a:p>
            <a:pPr>
              <a:defRPr sz="2400"/>
            </a:pPr>
            <a:r>
              <a:t>New hires struggle with onboarding when remote (2.6/5).</a:t>
            </a:r>
          </a:p>
          <a:p>
            <a:pPr>
              <a:defRPr sz="2400"/>
            </a:pPr>
            <a:r>
              <a:t>Fully remote staff report high feelings of isolation (41%).</a:t>
            </a:r>
          </a:p>
          <a:p>
            <a:pPr>
              <a:defRPr sz="2400"/>
            </a:pPr>
            <a:r>
              <a:t>Structured in-person touchpoints are necessary for connection.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Structured onboarding is vital for new employee success.</a:t>
            </a:r>
          </a:p>
        </p:txBody>
      </p:sp>
      <p:sp>
        <p:nvSpPr>
          <p:cNvPr id="3" name="Content Placeholder 2"/>
          <p:cNvSpPr>
            <a:spLocks noGrp="1"/>
          </p:cNvSpPr>
          <p:nvPr>
            <p:ph idx="1"/>
          </p:nvPr>
        </p:nvSpPr>
        <p:spPr/>
        <p:txBody>
          <a:bodyPr/>
          <a:lstStyle/>
          <a:p>
            <a:pPr>
              <a:defRPr sz="2400"/>
            </a:pPr>
            <a:r>
              <a:t>In-person onboarding scores are significantly higher (3.9/5).</a:t>
            </a:r>
          </a:p>
          <a:p>
            <a:pPr>
              <a:defRPr sz="2400"/>
            </a:pPr>
            <a:r>
              <a:t>New hires need dedicated time for team integration.</a:t>
            </a:r>
          </a:p>
          <a:p>
            <a:pPr>
              <a:defRPr sz="2400"/>
            </a:pPr>
            <a:r>
              <a:t>A structured first month improves early engagement.</a:t>
            </a:r>
          </a:p>
          <a:p>
            <a:pPr>
              <a:defRPr sz="2400"/>
            </a:pPr>
            <a:r>
              <a:t>HR must standardize the onboarding process.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