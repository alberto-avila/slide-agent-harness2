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summarizes the key findings from the 2026 Remote Work Survey. Our goal is to provide actionable insights for HR leadership to optimize our work policies while mitigating risks to engagement and retention. We will focus on employee preferences, collaboration challenges, and retention implications.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survey found that 47% prefer hybrid (2-3 days in office). Of the hybrid workers, 64% want to keep their current balance, but 22% expressed a desire for more remote days. This suggests that while hybrid is the norm, the definition of 'hybrid' needs to be flexible enough to accommodate varying needs.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survey found that new hires (under 1 year) rate onboarding 2.6/5 when remote compared to 3.9/5 when in person. Furthermore, meeting attendance increased from 9 to 13 per week, and 67% of employees feel at least a third of these meetings are unnecessary.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survey indicates that 29% of employees would 'likely' look for another job if remote options were removed. This underscores the value of flexibility. The top reason cited for preferring remote work was commute time (54%).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survey team provided four key recommendations: 1) Keep hybrid as the default and allow teams to select anchor days. 2) Add structured in-person onboarding for new hires' first month. 3) Run a meeting audit and set 'no-meeting' focus blocks. 4) Fund quarterly team gatherings for fully remote staff.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move forward, we recommend establishing clear guidelines around hybrid work, prioritizing in-person connection for new hires, and actively managing meeting load to protect deep work time. These steps will help mitigate retention risks and improve overall employee experience.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Remote Work: Understanding Employee Preferences</a:t>
            </a:r>
          </a:p>
        </p:txBody>
      </p:sp>
      <p:sp>
        <p:nvSpPr>
          <p:cNvPr id="3" name="Subtitle 2"/>
          <p:cNvSpPr>
            <a:spLocks noGrp="1"/>
          </p:cNvSpPr>
          <p:nvPr>
            <p:ph type="subTitle" idx="1"/>
          </p:nvPr>
        </p:nvSpPr>
        <p:spPr/>
        <p:txBody>
          <a:bodyPr/>
          <a:lstStyle/>
          <a:p>
            <a:r>
              <a:t>Findings from the 2026 Employee Survey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Hybrid Work is Preferred, But Flexibility Must Be Managed</a:t>
            </a:r>
          </a:p>
        </p:txBody>
      </p:sp>
      <p:sp>
        <p:nvSpPr>
          <p:cNvPr id="3" name="Content Placeholder 2"/>
          <p:cNvSpPr>
            <a:spLocks noGrp="1"/>
          </p:cNvSpPr>
          <p:nvPr>
            <p:ph idx="1"/>
          </p:nvPr>
        </p:nvSpPr>
        <p:spPr/>
        <p:txBody>
          <a:bodyPr/>
          <a:lstStyle/>
          <a:p>
            <a:pPr>
              <a:defRPr sz="2400"/>
            </a:pPr>
            <a:r>
              <a:t>Nearly half of employees prefer a hybrid schedule</a:t>
            </a:r>
          </a:p>
          <a:p>
            <a:pPr>
              <a:defRPr sz="2400"/>
            </a:pPr>
            <a:r>
              <a:t>Most hybrid workers wish to maintain current flexibility</a:t>
            </a:r>
          </a:p>
          <a:p>
            <a:pPr>
              <a:defRPr sz="2400"/>
            </a:pPr>
            <a:r>
              <a:t>Significant portion desires increased remote work options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Remote Work Hinders Effective Onboarding and Collaboration</a:t>
            </a:r>
          </a:p>
        </p:txBody>
      </p:sp>
      <p:sp>
        <p:nvSpPr>
          <p:cNvPr id="3" name="Content Placeholder 2"/>
          <p:cNvSpPr>
            <a:spLocks noGrp="1"/>
          </p:cNvSpPr>
          <p:nvPr>
            <p:ph idx="1"/>
          </p:nvPr>
        </p:nvSpPr>
        <p:spPr/>
        <p:txBody>
          <a:bodyPr/>
          <a:lstStyle/>
          <a:p>
            <a:pPr>
              <a:defRPr sz="2400"/>
            </a:pPr>
            <a:r>
              <a:t>New hires rate remote onboarding significantly lower</a:t>
            </a:r>
          </a:p>
          <a:p>
            <a:pPr>
              <a:defRPr sz="2400"/>
            </a:pPr>
            <a:r>
              <a:t>Meeting frequency increased, leading to perceived inefficiency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Loss of Flexibility Poses a Significant Retention Risk</a:t>
            </a:r>
          </a:p>
        </p:txBody>
      </p:sp>
      <p:sp>
        <p:nvSpPr>
          <p:cNvPr id="3" name="Content Placeholder 2"/>
          <p:cNvSpPr>
            <a:spLocks noGrp="1"/>
          </p:cNvSpPr>
          <p:nvPr>
            <p:ph idx="1"/>
          </p:nvPr>
        </p:nvSpPr>
        <p:spPr/>
        <p:txBody>
          <a:bodyPr/>
          <a:lstStyle/>
          <a:p>
            <a:pPr>
              <a:defRPr sz="2400"/>
            </a:pPr>
            <a:r>
              <a:t>A quarter of employees would likely seek other roles</a:t>
            </a:r>
          </a:p>
          <a:p>
            <a:pPr>
              <a:defRPr sz="2400"/>
            </a:pPr>
            <a:r>
              <a:t>Commute time is the primary driver for remote preference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Strategic Focus Areas for HR Leadership</a:t>
            </a:r>
          </a:p>
        </p:txBody>
      </p:sp>
      <p:sp>
        <p:nvSpPr>
          <p:cNvPr id="3" name="Content Placeholder 2"/>
          <p:cNvSpPr>
            <a:spLocks noGrp="1"/>
          </p:cNvSpPr>
          <p:nvPr>
            <p:ph idx="1"/>
          </p:nvPr>
        </p:nvSpPr>
        <p:spPr/>
        <p:txBody>
          <a:bodyPr/>
          <a:lstStyle/>
          <a:p>
            <a:pPr>
              <a:defRPr sz="2400"/>
            </a:pPr>
            <a:r>
              <a:t>Formalize hybrid work as the organizational default</a:t>
            </a:r>
          </a:p>
          <a:p>
            <a:pPr>
              <a:defRPr sz="2400"/>
            </a:pPr>
            <a:r>
              <a:t>Implement structured in-person onboarding programs</a:t>
            </a:r>
          </a:p>
          <a:p>
            <a:pPr>
              <a:defRPr sz="2400"/>
            </a:pPr>
            <a:r>
              <a:t>Audit meeting culture to protect focus time</a:t>
            </a:r>
          </a:p>
          <a:p>
            <a:pPr>
              <a:defRPr sz="2400"/>
            </a:pPr>
            <a:r>
              <a:t>Fund quarterly team gatherings for remote staff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Implementing Flexible Work Policies</a:t>
            </a:r>
          </a:p>
        </p:txBody>
      </p:sp>
      <p:sp>
        <p:nvSpPr>
          <p:cNvPr id="3" name="Content Placeholder 2"/>
          <p:cNvSpPr>
            <a:spLocks noGrp="1"/>
          </p:cNvSpPr>
          <p:nvPr>
            <p:ph idx="1"/>
          </p:nvPr>
        </p:nvSpPr>
        <p:spPr/>
        <p:txBody>
          <a:bodyPr/>
          <a:lstStyle/>
          <a:p>
            <a:pPr>
              <a:defRPr sz="2400"/>
            </a:pPr>
            <a:r>
              <a:t>Define and communicate the new hybrid default policy</a:t>
            </a:r>
          </a:p>
          <a:p>
            <a:pPr>
              <a:defRPr sz="2400"/>
            </a:pPr>
            <a:r>
              <a:t>Pilot structured onboarding for new hires</a:t>
            </a:r>
          </a:p>
          <a:p>
            <a:pPr>
              <a:defRPr sz="2400"/>
            </a:pPr>
            <a:r>
              <a:t>Establish meeting guidelines and focus time blocks</a:t>
            </a:r>
          </a:p>
          <a:p>
            <a:pPr>
              <a:defRPr sz="2400"/>
            </a:pPr>
            <a:r>
              <a:t>Measure impact on engagement and retention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