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Goal: Present actionable insights from the 2026 survey to guide future work policy. Focus on balancing flexibility with team cohesion.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finding: 64% of hybrid workers want to keep their current schedule. This confirms that flexibility is highly valued and should be maintained as the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While productivity is up for 58%, the isolation risk for fully remote staff (41% feeling disconnected) is a major concern. We need to balance autonomy with connection.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 shows a clear drop in new hire satisfaction when remote (2.6/5 vs 3.9/5). We must mandate structured, in-person onboarding for the first month to mitigate this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29% would likely look elsewhere if remote options were removed. This confirms that flexibility is not a perk, but a critical retention pillar. We must treat it as such.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recommendations directly address the pain points identified: 1. Hybrid default. 2. Onboarding structure. 3. Meeting overload. 4. Remote connection. This provides a clear, actionable roadmap for HR leadership.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Remote Work Survey: Key Findings for HR Leadership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Analyzing employee sentiment and needs for work design.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Hybrid Models Meet Employee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Hybrid schedule remains the preferred work model.</a:t>
            </a:r>
          </a:p>
          <a:p>
            <a:pPr>
              <a:defRPr sz="2400"/>
            </a:pPr>
            <a:r>
              <a:t>Most workers want to maintain current flexibility levels.</a:t>
            </a:r>
          </a:p>
          <a:p>
            <a:pPr>
              <a:defRPr sz="2400"/>
            </a:pPr>
            <a:r>
              <a:t>Fully remote staff are the largest segment (38%).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Productivity &amp; Wellbeing: Mixed results require attention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Remote work boosts productivity for most employees.</a:t>
            </a:r>
          </a:p>
          <a:p>
            <a:pPr>
              <a:defRPr sz="2400"/>
            </a:pPr>
            <a:r>
              <a:t>Burnout scores show a positive trend year-over-year.</a:t>
            </a:r>
          </a:p>
          <a:p>
            <a:pPr>
              <a:defRPr sz="2400"/>
            </a:pPr>
            <a:r>
              <a:t>Fully remote staff report high levels of isolation.</a:t>
            </a:r>
          </a:p>
          <a:p>
            <a:pPr>
              <a:defRPr sz="2400"/>
            </a:pPr>
            <a:r>
              <a:t>Addressing disconnection is key to overall wellbeing.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Collaboration &amp; Onboarding: In-person touchpoints are critical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Meetings are increasing, but many are unnecessary.</a:t>
            </a:r>
          </a:p>
          <a:p>
            <a:pPr>
              <a:defRPr sz="2400"/>
            </a:pPr>
            <a:r>
              <a:t>New hires rate remote onboarding significantly lower.</a:t>
            </a:r>
          </a:p>
          <a:p>
            <a:pPr>
              <a:defRPr sz="2400"/>
            </a:pPr>
            <a:r>
              <a:t>In-person interaction improves the new employee experience.</a:t>
            </a:r>
          </a:p>
          <a:p>
            <a:pPr>
              <a:defRPr sz="2400"/>
            </a:pPr>
            <a:r>
              <a:t>Structured office time boosts team cohesion.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Retention Risk: Flexibility is a key job benefit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Loss of remote options could prompt employees to search for new roles.</a:t>
            </a:r>
          </a:p>
          <a:p>
            <a:pPr>
              <a:defRPr sz="2400"/>
            </a:pPr>
            <a:r>
              <a:t>Commute time is the primary driver for remote preference.</a:t>
            </a:r>
          </a:p>
          <a:p>
            <a:pPr>
              <a:defRPr sz="2400"/>
            </a:pPr>
            <a:r>
              <a:t>Flexibility is now viewed as a core compensation benefit.</a:t>
            </a:r>
          </a:p>
          <a:p>
            <a:pPr>
              <a:defRPr sz="2400"/>
            </a:pPr>
            <a:r>
              <a:t>Maintaining choice is essential for talent retention.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Takeaways: Optimizing the Future of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Adopt a hybrid model with defined team anchor days.</a:t>
            </a:r>
          </a:p>
          <a:p>
            <a:pPr>
              <a:defRPr sz="2400"/>
            </a:pPr>
            <a:r>
              <a:t>Implement structured, in-person onboarding for new hires.</a:t>
            </a:r>
          </a:p>
          <a:p>
            <a:pPr>
              <a:defRPr sz="2400"/>
            </a:pPr>
            <a:r>
              <a:t>Mandate meeting audits and focus blocks to reduce time waste.</a:t>
            </a:r>
          </a:p>
          <a:p>
            <a:pPr>
              <a:defRPr sz="2400"/>
            </a:pPr>
            <a:r>
              <a:t>Fund quarterly team gatherings for remote staff.</a:t>
            </a:r>
          </a:p>
          <a:p>
            <a:pPr>
              <a:defRPr sz="2400"/>
            </a:pPr>
            <a:r>
              <a:t>Action: Pilot these changes in Q1 to measure impact.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