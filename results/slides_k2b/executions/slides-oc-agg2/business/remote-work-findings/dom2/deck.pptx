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title slide. The goal is to set a strategic, high-level tone for the leadership audience. The presentation must move beyond just reporting data to proposing structural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message here is that treating remote work as an 'option' rather than a structural necessity is a retention risk. We must frame this as a critical business threat, not just an employee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presents the evidence. I must ensure the bullets are concise and link the data point (41%, 13 meetings) to the underlying problem (lack of connection, inefficiency).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'So what?' slide. We are telling the leadership that these data points are not just survey numbers; they are indicators of systemic failure in our EX and operational design. This sets up the need for policy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core policy recommendations. They must be presented as mandatory structural changes, not merely suggestions. This moves the conversation from problem to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final slide summarizes the key action items and reinforces the necessity of immediate, structural change. The tone must be decisive.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Designing a Sustainable Future of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Findings from the Remote Work Survey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Inconsistent Policies Threaten Our Workforce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29% would leave if remote options vanish</a:t>
            </a:r>
          </a:p>
          <a:p>
            <a:pPr>
              <a:defRPr sz="2400"/>
            </a:pPr>
            <a:r>
              <a:t>Commute time is the top reason for preference</a:t>
            </a:r>
          </a:p>
          <a:p>
            <a:pPr>
              <a:defRPr sz="2400"/>
            </a:pPr>
            <a:r>
              <a:t>High risk of policy-driven attrition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Isolation and Meeting Bloat Undermine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41% of remote staff feel disconnected weekly</a:t>
            </a:r>
          </a:p>
          <a:p>
            <a:pPr>
              <a:defRPr sz="2400"/>
            </a:pPr>
            <a:r>
              <a:t>Meetings increased by 44% since 2024</a:t>
            </a:r>
          </a:p>
          <a:p>
            <a:pPr>
              <a:defRPr sz="2400"/>
            </a:pPr>
            <a:r>
              <a:t>New hires rate remote onboarding much lower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Gaps Are Eroding Employee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Connection gaps impair team cohesion</a:t>
            </a:r>
          </a:p>
          <a:p>
            <a:pPr>
              <a:defRPr sz="2400"/>
            </a:pPr>
            <a:r>
              <a:t>Inefficient processes reduce operational efficiency</a:t>
            </a:r>
          </a:p>
          <a:p>
            <a:pPr>
              <a:defRPr sz="2400"/>
            </a:pPr>
            <a:r>
              <a:t>Poor onboarding delays time-to-productivity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Mandate Intentional Connection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Establish hybrid work as the default policy</a:t>
            </a:r>
          </a:p>
          <a:p>
            <a:pPr>
              <a:defRPr sz="2400"/>
            </a:pPr>
            <a:r>
              <a:t>Implement structured, in-person onboarding</a:t>
            </a:r>
          </a:p>
          <a:p>
            <a:pPr>
              <a:defRPr sz="2400"/>
            </a:pPr>
            <a:r>
              <a:t>Audit meetings to protect focus time</a:t>
            </a:r>
          </a:p>
          <a:p>
            <a:pPr>
              <a:defRPr sz="2400"/>
            </a:pPr>
            <a:r>
              <a:t>Fund quarterly team connection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Commit to Structural Policy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Approve cross-functional task force funding</a:t>
            </a:r>
          </a:p>
          <a:p>
            <a:pPr>
              <a:defRPr sz="2400"/>
            </a:pPr>
            <a:r>
              <a:t>Pilot structured onboarding by Q3</a:t>
            </a:r>
          </a:p>
          <a:p>
            <a:pPr>
              <a:defRPr sz="2400"/>
            </a:pPr>
            <a:r>
              <a:t>Establish clear EX metrics for tracking</a:t>
            </a:r>
          </a:p>
          <a:p>
            <a:pPr>
              <a:defRPr sz="2400"/>
            </a:pPr>
            <a:r>
              <a:t>Schedule policy review checkpoint in 60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