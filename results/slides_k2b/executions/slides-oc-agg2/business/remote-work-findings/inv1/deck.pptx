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audience and set the stage. The goal is to transition the conversation from 'where' people work to 'how' they work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agenda, emphasizing that the findings are actionable and require strategic HR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 on the gap between current practice and employee desire. Highlight that the current model is causing disconnection and inefficiency.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financial and cultural cost of ignoring the findings. Connect retention directly to the flexibility offered.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this as a strategic shift, not just a suggestion. This is the core recommendation for HR leadership.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call to action. The notes should guide the audience on *how* to implement these changes and who owns them (e.g., HR, Operations).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Reiterate the main message: Flexibility is not a perk; it is a critical business strategy for retention and productivity. Thank the audience and open for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Survey Findings: Redefining Work for the Future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Key Insights for HR Leadership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Agenda: Addressing Modern Work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Understanding current work arrangements</a:t>
            </a:r>
          </a:p>
          <a:p>
            <a:pPr>
              <a:defRPr sz="2400"/>
            </a:pPr>
            <a:r>
              <a:t>Quantifying risks to retention and culture</a:t>
            </a:r>
          </a:p>
          <a:p>
            <a:pPr>
              <a:defRPr sz="2400"/>
            </a:pPr>
            <a:r>
              <a:t>Proposing a structured hybrid framework</a:t>
            </a:r>
          </a:p>
          <a:p>
            <a:pPr>
              <a:defRPr sz="2400"/>
            </a:pPr>
            <a:r>
              <a:t>Defining actionable next steps for HR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Models are Not Working for Everyone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Majority prefer hybrid or remote options</a:t>
            </a:r>
          </a:p>
          <a:p>
            <a:pPr>
              <a:defRPr sz="2400"/>
            </a:pPr>
            <a:r>
              <a:t>Isolation is high for fully remote staff</a:t>
            </a:r>
          </a:p>
          <a:p>
            <a:pPr>
              <a:defRPr sz="2400"/>
            </a:pPr>
            <a:r>
              <a:t>Meetings are excessive and often unnecessary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Ignoring Flexibility Risks High Turnover and Disengagement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29% would leave if remote options vanish</a:t>
            </a:r>
          </a:p>
          <a:p>
            <a:pPr>
              <a:defRPr sz="2400"/>
            </a:pPr>
            <a:r>
              <a:t>New hires struggle without in-person support</a:t>
            </a:r>
          </a:p>
          <a:p>
            <a:pPr>
              <a:defRPr sz="2400"/>
            </a:pPr>
            <a:r>
              <a:t>Commute time is a primary driver for preference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Hybrid Work is the Optimal Path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Default to hybrid with anchor days</a:t>
            </a:r>
          </a:p>
          <a:p>
            <a:pPr>
              <a:defRPr sz="2400"/>
            </a:pPr>
            <a:r>
              <a:t>Mandate structured, in-person onboarding</a:t>
            </a:r>
          </a:p>
          <a:p>
            <a:pPr>
              <a:defRPr sz="2400"/>
            </a:pPr>
            <a:r>
              <a:t>Implement meeting audits for focus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Plan: Building an Engaged, Flexible Workforce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Pilot meeting-free focus blocks company-wide</a:t>
            </a:r>
          </a:p>
          <a:p>
            <a:pPr>
              <a:defRPr sz="2400"/>
            </a:pPr>
            <a:r>
              <a:t>Fund quarterly team gatherings for remote staff</a:t>
            </a:r>
          </a:p>
          <a:p>
            <a:pPr>
              <a:defRPr sz="2400"/>
            </a:pPr>
            <a:r>
              <a:t>Formalize flexible work policies immediately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Summary: Flexibility Drives Performance and Retention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Adopt a structured, default hybrid model</a:t>
            </a:r>
          </a:p>
          <a:p>
            <a:pPr>
              <a:defRPr sz="2400"/>
            </a:pPr>
            <a:r>
              <a:t>Prioritize in-person connection for new hires</a:t>
            </a:r>
          </a:p>
          <a:p>
            <a:pPr>
              <a:defRPr sz="2400"/>
            </a:pPr>
            <a:r>
              <a:t>Implement policies that protect focus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