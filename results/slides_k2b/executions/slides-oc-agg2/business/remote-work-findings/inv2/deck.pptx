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of this presentation is to translate the raw survey data into actionable policy recommendations. The core message is that flexibility is no longer a perk; it is a core expectation and a retention necessity. We must address the structural gaps in our current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clearly shows that removing flexibility is a major flight risk. We must frame this not as a 'nice to have,' but as a critical business requirement for talent retention. The high preference for hybrid suggests this should be the default, not an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cannot assume that simply giving people flexibility solves all problems. We need to address the structural issues. The onboarding gap is a clear operational risk. The meeting bloat suggests a need for process optimization and time management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shows that while overall wellbeing improved, the 'disconnected' feeling among fully remote staff is a critical, unmanaged risk. We need to proactively fund and mandate mechanisms for team connection to prevent burnout and attrition.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main policy shift. We are moving away from treating flexibility as a benefit and treating it as the operational standard. The 'anchor days' concept ensures that the in-office time is high-value and focused on collaboration, not just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final summary. I want the leadership to leave remembering that the policy shift is mandatory for talent retention. The three bullets summarize the entire presentation's core mandate.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Flexibility is Key to Employee Retention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Employee expectations demand flexible work arrangements.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Flexibility is a Core Retention Driver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29% would leave if remote options were removed.</a:t>
            </a:r>
          </a:p>
          <a:p>
            <a:pPr>
              <a:defRPr sz="2400"/>
            </a:pPr>
            <a:r>
              <a:t>Commute time is the top reason for preference (54%).</a:t>
            </a:r>
          </a:p>
          <a:p>
            <a:pPr>
              <a:defRPr sz="2400"/>
            </a:pPr>
            <a:r>
              <a:t>Hybrid arrangements are the preferred default model (47%).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and Collaboration Need Structural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Remote onboarding scores are significantly lower than in-person.</a:t>
            </a:r>
          </a:p>
          <a:p>
            <a:pPr>
              <a:defRPr sz="2400"/>
            </a:pPr>
            <a:r>
              <a:t>Meeting volume increased, but many are unnecessary (67%).</a:t>
            </a:r>
          </a:p>
          <a:p>
            <a:pPr>
              <a:defRPr sz="2400"/>
            </a:pPr>
            <a:r>
              <a:t>Collaboration requires intentional policy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Preventing Isolation Requires Intentional Policy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Fully remote staff report high levels of disconnection.</a:t>
            </a:r>
          </a:p>
          <a:p>
            <a:pPr>
              <a:defRPr sz="2400"/>
            </a:pPr>
            <a:r>
              <a:t>Burnout scores improved, but isolation remains a risk.</a:t>
            </a:r>
          </a:p>
          <a:p>
            <a:pPr>
              <a:defRPr sz="2400"/>
            </a:pPr>
            <a:r>
              <a:t>Requires structured policies for connection and wellbeing.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 a Structured Hybrid Model by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Mandate hybrid work as the standard operating model.</a:t>
            </a:r>
          </a:p>
          <a:p>
            <a:pPr>
              <a:defRPr sz="2400"/>
            </a:pPr>
            <a:r>
              <a:t>Establish clear 'anchor days' for team presence.</a:t>
            </a:r>
          </a:p>
          <a:p>
            <a:pPr>
              <a:defRPr sz="2400"/>
            </a:pPr>
            <a:r>
              <a:t>Implement process policies (e.g., meeting audits).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Policy Must Drive Our Future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Flexibility is a retention mandate, not a perk.</a:t>
            </a:r>
          </a:p>
          <a:p>
            <a:pPr>
              <a:defRPr sz="2400"/>
            </a:pPr>
            <a:r>
              <a:t>Structure and intent must guide hybrid work.</a:t>
            </a:r>
          </a:p>
          <a:p>
            <a:pPr>
              <a:defRPr sz="2400"/>
            </a:pPr>
            <a:r>
              <a:t>Prioritize investment in connection and process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